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341a1d5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8341a1d5e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8341a1d5e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8341a1d5e_2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8341a1d5e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d8341a1d5e_8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8341a1d5e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8341a1d5e_10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8341a1d5e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d8341a1d5e_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/>
              <a:t>NewtonX - Expert Analytics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unnel Health Overview" id="134" name="Google Shape;1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271" y="0"/>
            <a:ext cx="727745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hort Trends" id="139" name="Google Shape;1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271" y="0"/>
            <a:ext cx="727745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mpaign" id="144" name="Google Shape;1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860" y="0"/>
            <a:ext cx="62142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nel Performance" id="149" name="Google Shape;14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271" y="0"/>
            <a:ext cx="727745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